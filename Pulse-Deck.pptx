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hold up phone in airplane mode — "This phone has no internet. Watch what it can still do." Scroll feed, open radar, save a spot. Then: "And when the signal comes back, it gets social."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two quote pairs out loud — let the contradiction land. Judges wrote this brief; show them you saw every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slide. The pull quote is the line to say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tour — one sentence each. The demo will show these live; this slide is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doing the live demo here: flip the LIVE pill to OFFLINE, browse, save, open radar. Or go full airplane mode and refresh the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 shot for the demo: teammate on the deployed link drops a find; your screen toasts it live. Mention we verified strangers get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copy Sync Code, paste in an incognito window, everything appears. This resolves contradiction #2 head-on.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cover-art engine is the differentiator — "our covers are code." Contrast with recycled stock photos.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AI usage confidently — the judged skill is interpretation + verification. Mention concrete tests: airplane reload, cross-tab sync, stranger-blocking.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backend + zero build + zero passwords is the "appropriate tech for the time limit" argument. 3 deployments = Vercel, GitHub Pages, localhost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"Offline-first core, live layer on top, identity without accounts. Every contradiction became a feature. That's Pulse." Leave the QR up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411480"/>
            <a:ext cx="6035040" cy="603504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417320"/>
            <a:ext cx="4023360" cy="402336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4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423160"/>
            <a:ext cx="2011680" cy="201168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4744" y="2112264"/>
            <a:ext cx="164592" cy="164592"/>
          </a:xfrm>
          <a:prstGeom prst="ellipse">
            <a:avLst/>
          </a:prstGeom>
          <a:solidFill>
            <a:srgbClr val="F0ABFC"/>
          </a:solidFill>
          <a:ln w="6350">
            <a:solidFill>
              <a:srgbClr val="F0AB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5340" y="4686300"/>
            <a:ext cx="137160" cy="13716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21924" y="4146804"/>
            <a:ext cx="118872" cy="118872"/>
          </a:xfrm>
          <a:prstGeom prst="ellipse">
            <a:avLst/>
          </a:prstGeom>
          <a:solidFill>
            <a:srgbClr val="FACC1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6256" y="2688336"/>
            <a:ext cx="109728" cy="109728"/>
          </a:xfrm>
          <a:prstGeom prst="ellipse">
            <a:avLst/>
          </a:prstGeom>
          <a:solidFill>
            <a:srgbClr val="4ADE80"/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212848"/>
            <a:ext cx="502920" cy="5029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08760" y="1627632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8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383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 has a pulse. Now you can see it.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212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ACM-W  ·  Broken Brief Vibe Coding Tournament  ·  BITS Pilani Dubai Campus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pulse-dubai.vercel.app   ·   github.com/snabeel1/pulse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WERE HANDED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designed to break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5193792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700784"/>
            <a:ext cx="475488" cy="47548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682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</a:t>
            </a:r>
            <a:endParaRPr lang="en-US" sz="1352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682496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“Works great even with no signal”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39572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ALSO “live updates when friends nearby find something cool.” A hard offline app that must also be real-time social.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81328"/>
            <a:ext cx="5193792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1700784"/>
            <a:ext cx="475488" cy="475488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682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52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682496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“Saved list should follow them around”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39572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“no fancy accounts system.” Cross-device sync with no login to sync with.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75888"/>
            <a:ext cx="5193792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895344"/>
            <a:ext cx="475488" cy="475488"/>
          </a:xfrm>
          <a:prstGeom prst="ellipse">
            <a:avLst/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8770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5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877056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“Cool stuff happening around them right now”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59028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"Right now" is a time problem, not just a distance problem — most apps ignore half of it.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675888"/>
            <a:ext cx="5193792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6248" y="3895344"/>
            <a:ext cx="475488" cy="475488"/>
          </a:xfrm>
          <a:prstGeom prst="ellipse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8770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1352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877056"/>
            <a:ext cx="409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doable on a weekend”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590288"/>
            <a:ext cx="4096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Scrappy and demo-ready — yet it “just works” and never loses its stuff.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Vague, contradictory, full of gaps — exactly like a real client brief. The real challenge: deciding what to build.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CRITERION #1: INTERPRETATION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→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156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819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core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984248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radar, saves, and chat history are cached on-device. The app never needs a network to be useful — we killed the server mid-test and it reloaded fully from cache.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36392"/>
            <a:ext cx="548640" cy="548640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181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1810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layer on top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5204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activity, texting, and world search activate when online and pause gracefully when not. Progressive enhancement, not a dependency.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72584"/>
            <a:ext cx="548640" cy="548640"/>
          </a:xfrm>
          <a:prstGeom prst="ellipse">
            <a:avLst/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6542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5429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without accounts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56632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“Logged in” = a name and an emoji. Portable Sync Codes and Friend Codes replace passwords — nothing to sign up for, nothing to breach.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1920240"/>
            <a:ext cx="3749040" cy="3108960"/>
          </a:xfrm>
          <a:prstGeom prst="roundRect">
            <a:avLst>
              <a:gd name="adj" fmla="val 2647"/>
            </a:avLst>
          </a:prstGeom>
          <a:solidFill>
            <a:srgbClr val="16223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2440" y="22860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contradiction in the brief became a feature.”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Pulse — six things it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Feed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35000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first, then what’s open — ranked by time AND distance, with AED prices and walk/drive times.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682496"/>
            <a:ext cx="457200" cy="457200"/>
          </a:xfrm>
          <a:prstGeom prst="ellipse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35000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spot as a blip by true bearing + distance. Pure canvas math: no map tiles, no API keys, zero signal.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48132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82496"/>
            <a:ext cx="457200" cy="457200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6642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+ Chat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35000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Friend Codes to build your circle, watch discoveries ping the radar, text with typing indicators.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5020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151376"/>
            <a:ext cx="457200" cy="457200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481888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persist to the device instantly. A Sync Code carries profile + saves + friends to any device.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95020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151376"/>
            <a:ext cx="457200" cy="457200"/>
          </a:xfrm>
          <a:prstGeom prst="ellipse">
            <a:avLst/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0560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Anywhere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481888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place on Earth — live geocoding teleports you there, with distinct local happenings seeded on arrival.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38160" y="3950208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151376"/>
            <a:ext cx="457200" cy="45720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4133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224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Find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4818888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something cool? Pin it at your location — friends nearby get pinged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it to airplane mode. Everything still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worker caches the entire app shell — it boots with the network cable cut.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save, drop, and message persists to device storage the instant it happens.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messages written offline queue with a ⏳ badge and send themselves on reconnect.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OFFLINE switch sits in the header — built for demoing this exact moment.</a:t>
            </a:r>
            <a:endParaRPr lang="en-US" sz="1450" dirty="0"/>
          </a:p>
          <a:p>
            <a:pPr marL="177800" indent="-177800">
              <a:lnSpc>
                <a:spcPts val="2000"/>
              </a:lnSpc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we stopped the web server entirely mid-test. The app reloaded, fully functional.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772400" y="14813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0" y="16459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9692640" y="16459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of signal needed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0815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0100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32461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core works offline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4681728"/>
            <a:ext cx="3794760" cy="1417320"/>
          </a:xfrm>
          <a:prstGeom prst="roundRect">
            <a:avLst>
              <a:gd name="adj" fmla="val 5806"/>
            </a:avLst>
          </a:prstGeom>
          <a:solidFill>
            <a:srgbClr val="16223A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0" y="48463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⏳→📨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484632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texts auto-send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HALF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you’re online, the city talks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FB7185">
              <a:alpha val="18000"/>
            </a:srgbClr>
          </a:solidFill>
          <a:ln w="12700">
            <a:solidFill>
              <a:srgbClr val="FB7185">
                <a:alpha val="6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51790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real-time  —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Pulse on two devices: saves, drops, and texts appear on the other screen instantly. A real broadcast bus — not a mockup.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502920" cy="502920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7614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2491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Texting built in  —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Per-friend threads with typing indicators, unread badges, and message previews. Demo friends text back so the room feels alive even solo.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502920" cy="502920"/>
          </a:xfrm>
          <a:prstGeom prst="ellipse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684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319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Friends-only by design  —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and DMs from anyone not in your circle are dropped at the transport layer. Remove a friend — their updates stop.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193792"/>
            <a:ext cx="502920" cy="50292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755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13892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Transport-agnostic  —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BroadcastChannel powers the demo; a WebSocket backend drops in for production with zero UI changes. That was the architectural bet.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STILL YOURS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a token you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08760"/>
            <a:ext cx="5193792" cy="4160520"/>
          </a:xfrm>
          <a:prstGeom prst="roundRect">
            <a:avLst>
              <a:gd name="adj" fmla="val 1978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64792"/>
            <a:ext cx="548640" cy="548640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465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56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183794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56032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whole “account” — profile, saves, dropped finds, friends — encoded as one string: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4645152" cy="502920"/>
          </a:xfrm>
          <a:prstGeom prst="roundRect">
            <a:avLst>
              <a:gd name="adj" fmla="val 10909"/>
            </a:avLst>
          </a:prstGeom>
          <a:solidFill>
            <a:srgbClr val="070B14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33756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PULSE1.eyJwIjp7Im5hbWUiOiJOYWJlZWwi…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023360"/>
            <a:ext cx="4645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Pulse on any device and your stuff follows you around. Exactly what the brief asked — minus the login it forbade.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1508760"/>
            <a:ext cx="5193792" cy="4160520"/>
          </a:xfrm>
          <a:prstGeom prst="roundRect">
            <a:avLst>
              <a:gd name="adj" fmla="val 1978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764792"/>
            <a:ext cx="548640" cy="548640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174650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1837944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56032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card — id, name, emoji — as a tiny shareable token: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291840"/>
            <a:ext cx="4645152" cy="502920"/>
          </a:xfrm>
          <a:prstGeom prst="roundRect">
            <a:avLst>
              <a:gd name="adj" fmla="val 10909"/>
            </a:avLst>
          </a:prstGeom>
          <a:solidFill>
            <a:srgbClr val="070B14"/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3337560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AB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PULSEF.eyJpIjoidTh4Y2QiLCJuIjoiTmFi…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4023360"/>
            <a:ext cx="4645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codes — by message, QR, or shouting across a room — and you’re friends. No phone numbers. No passwords. Nothing to breach.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“Logged in” = you picked a name and an emoji. That’s the whole ceremony.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CRITERION: TECHNICAL EXECUTION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craft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81328"/>
            <a:ext cx="5193792" cy="2121408"/>
          </a:xfrm>
          <a:prstGeom prst="roundRect">
            <a:avLst>
              <a:gd name="adj" fmla="val 3879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700784"/>
            <a:ext cx="475488" cy="475488"/>
          </a:xfrm>
          <a:prstGeom prst="ellipse">
            <a:avLst/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682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352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5564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 themes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258568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 light mode (not an inversion) and a neon dark mode, auto-following your system. Even the radar canvas re-reads its palette live.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481328"/>
            <a:ext cx="5193792" cy="2121408"/>
          </a:xfrm>
          <a:prstGeom prst="roundRect">
            <a:avLst>
              <a:gd name="adj" fmla="val 3879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56248" y="1700784"/>
            <a:ext cx="475488" cy="475488"/>
          </a:xfrm>
          <a:prstGeom prst="ellipse">
            <a:avLst/>
          </a:prstGeom>
          <a:solidFill>
            <a:srgbClr val="F0ABFC">
              <a:alpha val="18000"/>
            </a:srgbClr>
          </a:solidFill>
          <a:ln w="12700">
            <a:solidFill>
              <a:srgbClr val="F0ABF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682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352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175564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drawn by code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258568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SVG art engine: six Dubai scenes × four times of day, seeded per spot — every cover unique, 0 KB of stock photos, works offline.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67328"/>
            <a:ext cx="5193792" cy="2121408"/>
          </a:xfrm>
          <a:prstGeom prst="roundRect">
            <a:avLst>
              <a:gd name="adj" fmla="val 3879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986784"/>
            <a:ext cx="475488" cy="475488"/>
          </a:xfrm>
          <a:prstGeom prst="ellipse">
            <a:avLst/>
          </a:prstGeom>
          <a:solidFill>
            <a:srgbClr val="FACC15">
              <a:alpha val="18000"/>
            </a:srgbClr>
          </a:solidFill>
          <a:ln w="12700">
            <a:solidFill>
              <a:srgbClr val="FACC15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968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35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04164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where it’s real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544568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real landmarks carry 3840px Wikimedia photos, served locally with a credits file — logos and duplicates culled by hand.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767328"/>
            <a:ext cx="5193792" cy="2121408"/>
          </a:xfrm>
          <a:prstGeom prst="roundRect">
            <a:avLst>
              <a:gd name="adj" fmla="val 3879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6248" y="3986784"/>
            <a:ext cx="475488" cy="475488"/>
          </a:xfrm>
          <a:prstGeom prst="ellipse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96849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2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1352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4041648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little things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544568"/>
            <a:ext cx="4096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dots, heart-pop animation, LIVE ribbons, “closes soon” badges, AED prices, walk vs drive times, unread pills, teleport toasts.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— HOW WE VIBE-CODED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teammate, not an autocomplete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36192"/>
            <a:ext cx="475488" cy="475488"/>
          </a:xfrm>
          <a:prstGeom prst="ellipse">
            <a:avLst/>
          </a:prstGeom>
          <a:solidFill>
            <a:srgbClr val="2DD4BF">
              <a:alpha val="22000"/>
            </a:srgbClr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4630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 —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broken brief, named every contradiction, and wrote our assumptions down before any code existed.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505456"/>
            <a:ext cx="475488" cy="475488"/>
          </a:xfrm>
          <a:prstGeom prst="ellipse">
            <a:avLst/>
          </a:prstGeom>
          <a:solidFill>
            <a:srgbClr val="4ADE80">
              <a:alpha val="22000"/>
            </a:srgbClr>
          </a:solidFill>
          <a:ln w="15875">
            <a:solidFill>
              <a:srgbClr val="4ADE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3230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 —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an offline-first PWA: no backend, no build step, vanilla JS — scrappy enough for a weekend, honest for judging.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475488" cy="475488"/>
          </a:xfrm>
          <a:prstGeom prst="ellipse">
            <a:avLst/>
          </a:prstGeom>
          <a:solidFill>
            <a:srgbClr val="F0ABFC">
              <a:alpha val="22000"/>
            </a:srgbClr>
          </a:solidFill>
          <a:ln w="15875">
            <a:solidFill>
              <a:srgbClr val="F0AB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40156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 —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Pair-built with Claude: feed, radar canvas, broadcast bus, chat, world search, theming, and the generative cover-art engine.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443984"/>
            <a:ext cx="475488" cy="475488"/>
          </a:xfrm>
          <a:prstGeom prst="ellipse">
            <a:avLst/>
          </a:prstGeom>
          <a:solidFill>
            <a:srgbClr val="FACC15">
              <a:alpha val="22000"/>
            </a:srgbClr>
          </a:solidFill>
          <a:ln w="15875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7083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like a judge  —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verified in a real browser: offline toggle, two-tab realtime, sync-code roundtrips on a wiped profile — we even killed the server mid-run.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413248"/>
            <a:ext cx="475488" cy="475488"/>
          </a:xfrm>
          <a:prstGeom prst="ellipse">
            <a:avLst/>
          </a:prstGeom>
          <a:solidFill>
            <a:srgbClr val="FB7185">
              <a:alpha val="22000"/>
            </a:srgbClr>
          </a:solidFill>
          <a:ln w="15875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413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34009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early, often  —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in public: GitHub repo with clean commits, deployed to Vercel + GitHub Pages, README of assumptions, pitch script.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tournament allows any AI tool — the skill we’re showing is turning a broken brief into decisions, and decisions into a product that 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03504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0" y="-182880"/>
            <a:ext cx="1371600" cy="13716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45720"/>
            <a:ext cx="914400" cy="9144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0" y="274320"/>
            <a:ext cx="457200" cy="4572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93008" y="16002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steps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5936" y="16002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28816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98864" y="160020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81744" y="182880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381744" y="2926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Dubai spots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06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places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93008" y="397764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75888" y="4206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3675888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scenes × times of day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397764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28816" y="4206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27" name="Text 25"/>
          <p:cNvSpPr txBox="1"/>
          <p:nvPr/>
        </p:nvSpPr>
        <p:spPr>
          <a:xfrm>
            <a:off x="6528816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in 4K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98864" y="3977640"/>
            <a:ext cx="2651760" cy="2057400"/>
          </a:xfrm>
          <a:prstGeom prst="roundRect">
            <a:avLst>
              <a:gd name="adj" fmla="val 4000"/>
            </a:avLst>
          </a:prstGeom>
          <a:solidFill>
            <a:srgbClr val="101A2C"/>
          </a:solidFill>
          <a:ln w="12700">
            <a:solidFill>
              <a:srgbClr val="24304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81744" y="4206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30" name="Text 28"/>
          <p:cNvSpPr txBox="1"/>
          <p:nvPr/>
        </p:nvSpPr>
        <p:spPr>
          <a:xfrm>
            <a:off x="9381744" y="5303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777240"/>
            <a:ext cx="5303520" cy="530352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5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1645920"/>
            <a:ext cx="3566160" cy="356616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20240" y="2514600"/>
            <a:ext cx="1828800" cy="1828800"/>
          </a:xfrm>
          <a:prstGeom prst="ellipse">
            <a:avLst/>
          </a:prstGeom>
          <a:solidFill>
            <a:srgbClr val="070B14">
              <a:alpha val="0"/>
            </a:srgbClr>
          </a:solidFill>
          <a:ln w="12700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7328" y="2304288"/>
            <a:ext cx="146304" cy="146304"/>
          </a:xfrm>
          <a:prstGeom prst="ellipse">
            <a:avLst/>
          </a:prstGeom>
          <a:solidFill>
            <a:srgbClr val="F0ABFC"/>
          </a:solidFill>
          <a:ln w="6350">
            <a:solidFill>
              <a:srgbClr val="F0AB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4233672"/>
            <a:ext cx="128016" cy="128016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59936" y="3968496"/>
            <a:ext cx="109728" cy="109728"/>
          </a:xfrm>
          <a:prstGeom prst="ellipse">
            <a:avLst/>
          </a:prstGeom>
          <a:solidFill>
            <a:srgbClr val="FACC15"/>
          </a:solidFill>
          <a:ln w="6350">
            <a:solidFill>
              <a:srgbClr val="FACC1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Pulse.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2468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the signal. Keep the city.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532120" y="338328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2DD4B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520440"/>
            <a:ext cx="2011680" cy="20116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2440" y="3611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the live demo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pulse-dubai.vercel.app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github.com/snabeel1/pulse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snabeel1.github.io/pulse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6172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ACM-W Broken Brief Tournament · BITS Pilani Dubai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2026-09-10T09:22:29Z</dcterms:created>
  <dcterms:modified xsi:type="dcterms:W3CDTF">2026-09-10T09:22:29Z</dcterms:modified>
</cp:coreProperties>
</file>